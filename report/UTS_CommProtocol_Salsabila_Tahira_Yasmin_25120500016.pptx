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FBE9FB-D65F-4EBC-B28C-A19776632C32}">
  <a:tblStyle styleId="{A9FBE9FB-D65F-4EBC-B28C-A19776632C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6a671c7d953cef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6a671c7d953cef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6a671c7d953cef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6a671c7d953cef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6a671c7d953cef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6a671c7d953cef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6eb22b4a6504aaf6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6eb22b4a6504aaf6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6a671c7d953cef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6a671c7d953cef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6a671c7d953cef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6a671c7d953cef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6a671c7d953cef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6a671c7d953cef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81403"/>
            <a:ext cx="8520600" cy="252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Laporan Praktikum Pengujian REST API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700"/>
              <a:t>Case 1: user/profile</a:t>
            </a:r>
            <a:endParaRPr sz="2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9095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Salsabila Tahira Yasmin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25120500016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Communication Protocols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Tujuan dan Skenarion API/Protokol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64100" y="1000075"/>
            <a:ext cx="39999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Tujuan API: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d"/>
              <a:t>Melakukan pengujian method GET,  POST, dan PATCH pada endpoint api/user.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64100" y="2082958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Skenario Data/Bisnis: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id"/>
              <a:t>Klien (Postman) meminta data ke server dengan protokol HTTP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/>
              <a:t>Ekspektasi: Data valid → respons 200 (OK) atau 201 (Created)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/>
              <a:t>Operasi yang dilakukan: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d"/>
              <a:t>Melihat daftar semua user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d"/>
              <a:t>Melihat detail user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d"/>
              <a:t>Menambahkan user baru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d"/>
              <a:t>Mengupdate profil user (field status)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73252" y="1000075"/>
            <a:ext cx="39999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Protokol		: HTTP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d"/>
              <a:t>Format Data	: JSON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50" y="2211175"/>
            <a:ext cx="1030575" cy="10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0199" y="2211176"/>
            <a:ext cx="1922922" cy="103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5">
            <a:alphaModFix/>
          </a:blip>
          <a:srcRect b="11590" l="0" r="0" t="0"/>
          <a:stretch/>
        </p:blipFill>
        <p:spPr>
          <a:xfrm>
            <a:off x="5150376" y="3475861"/>
            <a:ext cx="2422200" cy="10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Endpoint dan Request Design</a:t>
            </a:r>
            <a:endParaRPr/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311688" y="7891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{A9FBE9FB-D65F-4EBC-B28C-A19776632C32}</a:tableStyleId>
              </a:tblPr>
              <a:tblGrid>
                <a:gridCol w="1704125"/>
                <a:gridCol w="1543775"/>
                <a:gridCol w="1645250"/>
                <a:gridCol w="2096600"/>
                <a:gridCol w="1530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Method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Endpoint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Headers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Body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Expected  Response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GET (all users)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/api/users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-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-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200 OK, array semua user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GET (detail)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/api/users/2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-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-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200 OK, data user id=2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POST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/api/users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content-type: application/json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200">
                          <a:solidFill>
                            <a:srgbClr val="FFFFFF"/>
                          </a:solidFill>
                        </a:rPr>
                        <a:t>{"username": "data.student", "email": "data.student@example.edu", "role": "student", "status": "active", "department": "Sains Data"}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201 Created, user baru dengan ID otomatis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PATCH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/api/users/1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content-type: application/json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{"status": "inactive"}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200 OK, field status diperbarui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8810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Evidence GET dan POST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759100"/>
            <a:ext cx="3876025" cy="362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19478" l="0" r="0" t="0"/>
          <a:stretch/>
        </p:blipFill>
        <p:spPr>
          <a:xfrm>
            <a:off x="4572000" y="355613"/>
            <a:ext cx="3245849" cy="181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5">
            <a:alphaModFix/>
          </a:blip>
          <a:srcRect b="13179" l="0" r="0" t="0"/>
          <a:stretch/>
        </p:blipFill>
        <p:spPr>
          <a:xfrm>
            <a:off x="4572000" y="2289549"/>
            <a:ext cx="3245849" cy="267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18810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Evidence POST dan PATCH 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24483" l="0" r="0" t="0"/>
          <a:stretch/>
        </p:blipFill>
        <p:spPr>
          <a:xfrm>
            <a:off x="4821547" y="760800"/>
            <a:ext cx="4010752" cy="29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03-POST - Cop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325" y="760800"/>
            <a:ext cx="4377390" cy="295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29002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Analisis Response dan Traffic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862725"/>
            <a:ext cx="8520600" cy="17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Analisis Response: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id"/>
              <a:t>GET all		: 200 OK, body array JSON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/>
              <a:t>GET detail		: 200 OK, body objek user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/>
              <a:t>POST valid		: 201 Created, server generate id &amp; createdAt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/>
              <a:t>PATCH		: 200 OK, hanya field status berubah menjadi inactive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/>
              <a:t>Error handling	: Mengirim field terlarang (id, createdAt) → 400 Bad Request + pesan error</a:t>
            </a:r>
            <a:endParaRPr/>
          </a:p>
        </p:txBody>
      </p:sp>
      <p:sp>
        <p:nvSpPr>
          <p:cNvPr id="94" name="Google Shape;94;p18"/>
          <p:cNvSpPr txBox="1"/>
          <p:nvPr>
            <p:ph idx="2" type="body"/>
          </p:nvPr>
        </p:nvSpPr>
        <p:spPr>
          <a:xfrm>
            <a:off x="4572000" y="3012777"/>
            <a:ext cx="3999900" cy="17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Traffic: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d"/>
              <a:t>Traffic capture menggunakan Wireshark (loopback traffic perlu Npcap dengan opsi Support loopback traffic).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9894" l="0" r="0" t="0"/>
          <a:stretch/>
        </p:blipFill>
        <p:spPr>
          <a:xfrm>
            <a:off x="311700" y="2618025"/>
            <a:ext cx="4142624" cy="23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Kendala, Troubleshooting, dan Solusi</a:t>
            </a:r>
            <a:endParaRPr/>
          </a:p>
        </p:txBody>
      </p:sp>
      <p:graphicFrame>
        <p:nvGraphicFramePr>
          <p:cNvPr id="101" name="Google Shape;101;p19"/>
          <p:cNvGraphicFramePr/>
          <p:nvPr/>
        </p:nvGraphicFramePr>
        <p:xfrm>
          <a:off x="952500" y="1449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{A9FBE9FB-D65F-4EBC-B28C-A19776632C32}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Kendala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Solusi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Awalnya error 400 Bad Request karena mengirim field id dan createdAt saat POST.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Baca pesan error, hapus field terlarang dari body request.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Lalu lintas localhost tidak terlihat di antarmuka Wi-Fi/Ethernet pada Wireshark.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FFFFFF"/>
                          </a:solidFill>
                        </a:rPr>
                        <a:t>Memilih antarmuka Adapter for loopback traffic capture.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Kesimpulan dan Link GitHub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Kesimpulan: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AutoNum type="arabicPeriod"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Pemahaman REST API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AutoNum type="alphaLcPeriod"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GET, POST, PATCH berhasil   dijalankan: GET untuk membaca, POST untuk membuat, PATCH untuk update parsial.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AutoNum type="alphaLcPeriod"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code memberikan informasi yang jelas tentang hasil request (200, 201, 400).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AutoNum type="arabicPeriod"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Validasi Data oleh Server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AutoNum type="alphaLcPeriod"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menolak field id dan createdAt pada request POST karena kedua field tersebut merupakan tanggung jawab server (auto‑generated).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AutoNum type="alphaLcPeriod"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hanya perlu mengirim field yang diizinkan, sehingga integritas data terjaga.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AutoNum type="arabicPeriod"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Wireshark membantu memverifikasi lalu lintas HTTP di level paket, memperkuat bukti praktik.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id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GitHub: github.com/salsabilatahirayasmin-collab/communication-protocol-uts-salsabila-tahira-yasmin-25120500016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